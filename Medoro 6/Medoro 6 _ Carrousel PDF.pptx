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32516763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22" d="100"/>
          <a:sy n="22" d="100"/>
        </p:scale>
        <p:origin x="66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64596" y="2992968"/>
            <a:ext cx="24387572" cy="6366933"/>
          </a:xfrm>
        </p:spPr>
        <p:txBody>
          <a:bodyPr anchor="b"/>
          <a:lstStyle>
            <a:lvl1pPr algn="ctr">
              <a:defRPr sz="1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64596" y="9605435"/>
            <a:ext cx="24387572" cy="4415365"/>
          </a:xfrm>
        </p:spPr>
        <p:txBody>
          <a:bodyPr/>
          <a:lstStyle>
            <a:lvl1pPr marL="0" indent="0" algn="ctr">
              <a:buNone/>
              <a:defRPr sz="6400"/>
            </a:lvl1pPr>
            <a:lvl2pPr marL="1219215" indent="0" algn="ctr">
              <a:buNone/>
              <a:defRPr sz="5333"/>
            </a:lvl2pPr>
            <a:lvl3pPr marL="2438430" indent="0" algn="ctr">
              <a:buNone/>
              <a:defRPr sz="4800"/>
            </a:lvl3pPr>
            <a:lvl4pPr marL="3657646" indent="0" algn="ctr">
              <a:buNone/>
              <a:defRPr sz="4267"/>
            </a:lvl4pPr>
            <a:lvl5pPr marL="4876861" indent="0" algn="ctr">
              <a:buNone/>
              <a:defRPr sz="4267"/>
            </a:lvl5pPr>
            <a:lvl6pPr marL="6096076" indent="0" algn="ctr">
              <a:buNone/>
              <a:defRPr sz="4267"/>
            </a:lvl6pPr>
            <a:lvl7pPr marL="7315291" indent="0" algn="ctr">
              <a:buNone/>
              <a:defRPr sz="4267"/>
            </a:lvl7pPr>
            <a:lvl8pPr marL="8534507" indent="0" algn="ctr">
              <a:buNone/>
              <a:defRPr sz="4267"/>
            </a:lvl8pPr>
            <a:lvl9pPr marL="9753722" indent="0" algn="ctr">
              <a:buNone/>
              <a:defRPr sz="42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7E7BD-5BC7-43DA-9ECE-68D4746CBC19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A9609-09E3-4055-8DC9-DC6E92B78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930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7E7BD-5BC7-43DA-9ECE-68D4746CBC19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A9609-09E3-4055-8DC9-DC6E92B78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273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8592" y="4559303"/>
            <a:ext cx="28045708" cy="7607299"/>
          </a:xfrm>
        </p:spPr>
        <p:txBody>
          <a:bodyPr anchor="b"/>
          <a:lstStyle>
            <a:lvl1pPr>
              <a:defRPr sz="1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8592" y="12238569"/>
            <a:ext cx="28045708" cy="4000499"/>
          </a:xfrm>
        </p:spPr>
        <p:txBody>
          <a:bodyPr/>
          <a:lstStyle>
            <a:lvl1pPr marL="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1pPr>
            <a:lvl2pPr marL="1219215" indent="0">
              <a:buNone/>
              <a:defRPr sz="5333">
                <a:solidFill>
                  <a:schemeClr val="tx1">
                    <a:tint val="82000"/>
                  </a:schemeClr>
                </a:solidFill>
              </a:defRPr>
            </a:lvl2pPr>
            <a:lvl3pPr marL="243843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3pPr>
            <a:lvl4pPr marL="3657646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4pPr>
            <a:lvl5pPr marL="4876861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5pPr>
            <a:lvl6pPr marL="6096076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6pPr>
            <a:lvl7pPr marL="7315291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7pPr>
            <a:lvl8pPr marL="8534507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8pPr>
            <a:lvl9pPr marL="9753722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7E7BD-5BC7-43DA-9ECE-68D4746CBC19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A9609-09E3-4055-8DC9-DC6E92B78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211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35528" y="4868333"/>
            <a:ext cx="13819624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61611" y="4868333"/>
            <a:ext cx="13819624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7E7BD-5BC7-43DA-9ECE-68D4746CBC19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A9609-09E3-4055-8DC9-DC6E92B78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089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763" y="973668"/>
            <a:ext cx="28045708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9764" y="4483101"/>
            <a:ext cx="13756114" cy="2197099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9215" indent="0">
              <a:buNone/>
              <a:defRPr sz="5333" b="1"/>
            </a:lvl2pPr>
            <a:lvl3pPr marL="2438430" indent="0">
              <a:buNone/>
              <a:defRPr sz="4800" b="1"/>
            </a:lvl3pPr>
            <a:lvl4pPr marL="3657646" indent="0">
              <a:buNone/>
              <a:defRPr sz="4267" b="1"/>
            </a:lvl4pPr>
            <a:lvl5pPr marL="4876861" indent="0">
              <a:buNone/>
              <a:defRPr sz="4267" b="1"/>
            </a:lvl5pPr>
            <a:lvl6pPr marL="6096076" indent="0">
              <a:buNone/>
              <a:defRPr sz="4267" b="1"/>
            </a:lvl6pPr>
            <a:lvl7pPr marL="7315291" indent="0">
              <a:buNone/>
              <a:defRPr sz="4267" b="1"/>
            </a:lvl7pPr>
            <a:lvl8pPr marL="8534507" indent="0">
              <a:buNone/>
              <a:defRPr sz="4267" b="1"/>
            </a:lvl8pPr>
            <a:lvl9pPr marL="9753722" indent="0">
              <a:buNone/>
              <a:defRPr sz="42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9764" y="6680200"/>
            <a:ext cx="13756114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61611" y="4483101"/>
            <a:ext cx="13823860" cy="2197099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9215" indent="0">
              <a:buNone/>
              <a:defRPr sz="5333" b="1"/>
            </a:lvl2pPr>
            <a:lvl3pPr marL="2438430" indent="0">
              <a:buNone/>
              <a:defRPr sz="4800" b="1"/>
            </a:lvl3pPr>
            <a:lvl4pPr marL="3657646" indent="0">
              <a:buNone/>
              <a:defRPr sz="4267" b="1"/>
            </a:lvl4pPr>
            <a:lvl5pPr marL="4876861" indent="0">
              <a:buNone/>
              <a:defRPr sz="4267" b="1"/>
            </a:lvl5pPr>
            <a:lvl6pPr marL="6096076" indent="0">
              <a:buNone/>
              <a:defRPr sz="4267" b="1"/>
            </a:lvl6pPr>
            <a:lvl7pPr marL="7315291" indent="0">
              <a:buNone/>
              <a:defRPr sz="4267" b="1"/>
            </a:lvl7pPr>
            <a:lvl8pPr marL="8534507" indent="0">
              <a:buNone/>
              <a:defRPr sz="4267" b="1"/>
            </a:lvl8pPr>
            <a:lvl9pPr marL="9753722" indent="0">
              <a:buNone/>
              <a:defRPr sz="42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61611" y="6680200"/>
            <a:ext cx="13823860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7E7BD-5BC7-43DA-9ECE-68D4746CBC19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A9609-09E3-4055-8DC9-DC6E92B78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758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7E7BD-5BC7-43DA-9ECE-68D4746CBC19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A9609-09E3-4055-8DC9-DC6E92B78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57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7E7BD-5BC7-43DA-9ECE-68D4746CBC19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A9609-09E3-4055-8DC9-DC6E92B78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13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764" y="1219200"/>
            <a:ext cx="10487502" cy="4267200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23860" y="2633135"/>
            <a:ext cx="16461611" cy="12996333"/>
          </a:xfrm>
        </p:spPr>
        <p:txBody>
          <a:bodyPr/>
          <a:lstStyle>
            <a:lvl1pPr>
              <a:defRPr sz="8533"/>
            </a:lvl1pPr>
            <a:lvl2pPr>
              <a:defRPr sz="7467"/>
            </a:lvl2pPr>
            <a:lvl3pPr>
              <a:defRPr sz="6400"/>
            </a:lvl3pPr>
            <a:lvl4pPr>
              <a:defRPr sz="5333"/>
            </a:lvl4pPr>
            <a:lvl5pPr>
              <a:defRPr sz="5333"/>
            </a:lvl5pPr>
            <a:lvl6pPr>
              <a:defRPr sz="5333"/>
            </a:lvl6pPr>
            <a:lvl7pPr>
              <a:defRPr sz="5333"/>
            </a:lvl7pPr>
            <a:lvl8pPr>
              <a:defRPr sz="5333"/>
            </a:lvl8pPr>
            <a:lvl9pPr>
              <a:defRPr sz="5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9764" y="5486400"/>
            <a:ext cx="10487502" cy="10164235"/>
          </a:xfrm>
        </p:spPr>
        <p:txBody>
          <a:bodyPr/>
          <a:lstStyle>
            <a:lvl1pPr marL="0" indent="0">
              <a:buNone/>
              <a:defRPr sz="4267"/>
            </a:lvl1pPr>
            <a:lvl2pPr marL="1219215" indent="0">
              <a:buNone/>
              <a:defRPr sz="3733"/>
            </a:lvl2pPr>
            <a:lvl3pPr marL="2438430" indent="0">
              <a:buNone/>
              <a:defRPr sz="3200"/>
            </a:lvl3pPr>
            <a:lvl4pPr marL="3657646" indent="0">
              <a:buNone/>
              <a:defRPr sz="2667"/>
            </a:lvl4pPr>
            <a:lvl5pPr marL="4876861" indent="0">
              <a:buNone/>
              <a:defRPr sz="2667"/>
            </a:lvl5pPr>
            <a:lvl6pPr marL="6096076" indent="0">
              <a:buNone/>
              <a:defRPr sz="2667"/>
            </a:lvl6pPr>
            <a:lvl7pPr marL="7315291" indent="0">
              <a:buNone/>
              <a:defRPr sz="2667"/>
            </a:lvl7pPr>
            <a:lvl8pPr marL="8534507" indent="0">
              <a:buNone/>
              <a:defRPr sz="2667"/>
            </a:lvl8pPr>
            <a:lvl9pPr marL="9753722" indent="0">
              <a:buNone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7E7BD-5BC7-43DA-9ECE-68D4746CBC19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A9609-09E3-4055-8DC9-DC6E92B78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700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764" y="1219200"/>
            <a:ext cx="10487502" cy="4267200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823860" y="2633135"/>
            <a:ext cx="16461611" cy="12996333"/>
          </a:xfrm>
        </p:spPr>
        <p:txBody>
          <a:bodyPr anchor="t"/>
          <a:lstStyle>
            <a:lvl1pPr marL="0" indent="0">
              <a:buNone/>
              <a:defRPr sz="8533"/>
            </a:lvl1pPr>
            <a:lvl2pPr marL="1219215" indent="0">
              <a:buNone/>
              <a:defRPr sz="7467"/>
            </a:lvl2pPr>
            <a:lvl3pPr marL="2438430" indent="0">
              <a:buNone/>
              <a:defRPr sz="6400"/>
            </a:lvl3pPr>
            <a:lvl4pPr marL="3657646" indent="0">
              <a:buNone/>
              <a:defRPr sz="5333"/>
            </a:lvl4pPr>
            <a:lvl5pPr marL="4876861" indent="0">
              <a:buNone/>
              <a:defRPr sz="5333"/>
            </a:lvl5pPr>
            <a:lvl6pPr marL="6096076" indent="0">
              <a:buNone/>
              <a:defRPr sz="5333"/>
            </a:lvl6pPr>
            <a:lvl7pPr marL="7315291" indent="0">
              <a:buNone/>
              <a:defRPr sz="5333"/>
            </a:lvl7pPr>
            <a:lvl8pPr marL="8534507" indent="0">
              <a:buNone/>
              <a:defRPr sz="5333"/>
            </a:lvl8pPr>
            <a:lvl9pPr marL="9753722" indent="0">
              <a:buNone/>
              <a:defRPr sz="5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9764" y="5486400"/>
            <a:ext cx="10487502" cy="10164235"/>
          </a:xfrm>
        </p:spPr>
        <p:txBody>
          <a:bodyPr/>
          <a:lstStyle>
            <a:lvl1pPr marL="0" indent="0">
              <a:buNone/>
              <a:defRPr sz="4267"/>
            </a:lvl1pPr>
            <a:lvl2pPr marL="1219215" indent="0">
              <a:buNone/>
              <a:defRPr sz="3733"/>
            </a:lvl2pPr>
            <a:lvl3pPr marL="2438430" indent="0">
              <a:buNone/>
              <a:defRPr sz="3200"/>
            </a:lvl3pPr>
            <a:lvl4pPr marL="3657646" indent="0">
              <a:buNone/>
              <a:defRPr sz="2667"/>
            </a:lvl4pPr>
            <a:lvl5pPr marL="4876861" indent="0">
              <a:buNone/>
              <a:defRPr sz="2667"/>
            </a:lvl5pPr>
            <a:lvl6pPr marL="6096076" indent="0">
              <a:buNone/>
              <a:defRPr sz="2667"/>
            </a:lvl6pPr>
            <a:lvl7pPr marL="7315291" indent="0">
              <a:buNone/>
              <a:defRPr sz="2667"/>
            </a:lvl7pPr>
            <a:lvl8pPr marL="8534507" indent="0">
              <a:buNone/>
              <a:defRPr sz="2667"/>
            </a:lvl8pPr>
            <a:lvl9pPr marL="9753722" indent="0">
              <a:buNone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7E7BD-5BC7-43DA-9ECE-68D4746CBC19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A9609-09E3-4055-8DC9-DC6E92B78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074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7E7BD-5BC7-43DA-9ECE-68D4746CBC19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A9609-09E3-4055-8DC9-DC6E92B78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118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269809" y="973667"/>
            <a:ext cx="7011427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5527" y="973667"/>
            <a:ext cx="20627822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7E7BD-5BC7-43DA-9ECE-68D4746CBC19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A9609-09E3-4055-8DC9-DC6E92B78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901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5528" y="973668"/>
            <a:ext cx="28045708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5528" y="4868333"/>
            <a:ext cx="28045708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35527" y="16950268"/>
            <a:ext cx="7316272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F7E7BD-5BC7-43DA-9ECE-68D4746CBC19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71178" y="16950268"/>
            <a:ext cx="10974408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964964" y="16950268"/>
            <a:ext cx="7316272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FA9609-09E3-4055-8DC9-DC6E92B78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894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438430" rtl="0" eaLnBrk="1" latinLnBrk="0" hangingPunct="1">
        <a:lnSpc>
          <a:spcPct val="90000"/>
        </a:lnSpc>
        <a:spcBef>
          <a:spcPct val="0"/>
        </a:spcBef>
        <a:buNone/>
        <a:defRPr sz="1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608" indent="-609608" algn="l" defTabSz="2438430" rtl="0" eaLnBrk="1" latinLnBrk="0" hangingPunct="1">
        <a:lnSpc>
          <a:spcPct val="90000"/>
        </a:lnSpc>
        <a:spcBef>
          <a:spcPts val="2667"/>
        </a:spcBef>
        <a:buFont typeface="Arial" panose="020B0604020202020204" pitchFamily="34" charset="0"/>
        <a:buChar char="•"/>
        <a:defRPr sz="7467" kern="1200">
          <a:solidFill>
            <a:schemeClr val="tx1"/>
          </a:solidFill>
          <a:latin typeface="+mn-lt"/>
          <a:ea typeface="+mn-ea"/>
          <a:cs typeface="+mn-cs"/>
        </a:defRPr>
      </a:lvl1pPr>
      <a:lvl2pPr marL="1828823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2pPr>
      <a:lvl3pPr marL="3048038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3pPr>
      <a:lvl4pPr marL="4267253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69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705684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924899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9144114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10363330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9215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38430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57646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76861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96076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315291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534507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753722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F1368-108A-E575-92E4-F4625811E2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783407-F7B8-5D66-D2EB-6DA70B781D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black background with red text&#10;&#10;AI-generated content may be incorrect.">
            <a:extLst>
              <a:ext uri="{FF2B5EF4-FFF2-40B4-BE49-F238E27FC236}">
                <a16:creationId xmlns:a16="http://schemas.microsoft.com/office/drawing/2014/main" id="{BDFAB692-E4A6-1FB2-5C7F-E89DC7EC92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09" y="421457"/>
            <a:ext cx="31925622" cy="1759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599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EE277-DC39-E5FB-83C0-64ED856BA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8207FD01-1726-7BCA-AD24-6E6E7CFC91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725"/>
            <a:ext cx="32545144" cy="18303725"/>
          </a:xfrm>
        </p:spPr>
      </p:pic>
    </p:spTree>
    <p:extLst>
      <p:ext uri="{BB962C8B-B14F-4D97-AF65-F5344CB8AC3E}">
        <p14:creationId xmlns:p14="http://schemas.microsoft.com/office/powerpoint/2010/main" val="1564198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1CD4B-6278-FF2C-3AC1-2F08F8111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21376E7-5309-5E17-7726-9C18193766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83"/>
            <a:ext cx="32630609" cy="18224417"/>
          </a:xfrm>
        </p:spPr>
      </p:pic>
    </p:spTree>
    <p:extLst>
      <p:ext uri="{BB962C8B-B14F-4D97-AF65-F5344CB8AC3E}">
        <p14:creationId xmlns:p14="http://schemas.microsoft.com/office/powerpoint/2010/main" val="4289331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A0C3C-78D2-FB77-3425-4D88A425B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05BF0F7-5684-F390-F958-2F3AEB4030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983"/>
            <a:ext cx="32516763" cy="18319965"/>
          </a:xfrm>
        </p:spPr>
      </p:pic>
    </p:spTree>
    <p:extLst>
      <p:ext uri="{BB962C8B-B14F-4D97-AF65-F5344CB8AC3E}">
        <p14:creationId xmlns:p14="http://schemas.microsoft.com/office/powerpoint/2010/main" val="4141990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09A64-8B96-3B8C-31D1-50BA12E7A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8D2BD0-8C96-9A3E-D21E-59C5584785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720" y="1"/>
            <a:ext cx="32674483" cy="18395570"/>
          </a:xfrm>
        </p:spPr>
      </p:pic>
    </p:spTree>
    <p:extLst>
      <p:ext uri="{BB962C8B-B14F-4D97-AF65-F5344CB8AC3E}">
        <p14:creationId xmlns:p14="http://schemas.microsoft.com/office/powerpoint/2010/main" val="287606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C37A8-4C6A-E8D5-74D1-F014ED16F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0F9EC38-7997-2705-4A35-F4D6788743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751501" cy="18438931"/>
          </a:xfrm>
        </p:spPr>
      </p:pic>
    </p:spTree>
    <p:extLst>
      <p:ext uri="{BB962C8B-B14F-4D97-AF65-F5344CB8AC3E}">
        <p14:creationId xmlns:p14="http://schemas.microsoft.com/office/powerpoint/2010/main" val="941769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182C6-9FBC-939C-B3B9-29185D6CF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8D88EC-CF44-4FDE-3D37-913F785C48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32516762" cy="18288000"/>
          </a:xfrm>
        </p:spPr>
      </p:pic>
    </p:spTree>
    <p:extLst>
      <p:ext uri="{BB962C8B-B14F-4D97-AF65-F5344CB8AC3E}">
        <p14:creationId xmlns:p14="http://schemas.microsoft.com/office/powerpoint/2010/main" val="2811233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</TotalTime>
  <Words>0</Words>
  <Application>Microsoft Office PowerPoint</Application>
  <PresentationFormat>Custom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Marcelo López</dc:creator>
  <cp:lastModifiedBy>Marcelo López</cp:lastModifiedBy>
  <cp:revision>1</cp:revision>
  <dcterms:created xsi:type="dcterms:W3CDTF">2025-06-20T16:01:15Z</dcterms:created>
  <dcterms:modified xsi:type="dcterms:W3CDTF">2025-06-20T16:43:41Z</dcterms:modified>
</cp:coreProperties>
</file>